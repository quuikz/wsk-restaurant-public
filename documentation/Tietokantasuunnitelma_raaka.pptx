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01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85745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0410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7906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5493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9439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052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8548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5291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862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1198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8005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71970-26C9-4153-BF8F-B8A0D923E121}" type="datetimeFigureOut">
              <a:rPr lang="en-FI" smtClean="0"/>
              <a:t>10/11/2025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981D-43FE-4853-911B-85159886BBA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321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AA8679-8C62-E8AA-9F3D-6126BD1CD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17" y="1695635"/>
            <a:ext cx="5472166" cy="6673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E518ED-925E-7F6C-48FF-88A5459C5142}"/>
              </a:ext>
            </a:extLst>
          </p:cNvPr>
          <p:cNvSpPr txBox="1"/>
          <p:nvPr/>
        </p:nvSpPr>
        <p:spPr>
          <a:xfrm>
            <a:off x="596371" y="218307"/>
            <a:ext cx="56652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000" u="sng" noProof="0" dirty="0"/>
              <a:t>Tietokantasuunnitelma</a:t>
            </a:r>
          </a:p>
          <a:p>
            <a:pPr algn="ctr"/>
            <a:endParaRPr lang="fi-FI" sz="2000" u="sng" noProof="0" dirty="0"/>
          </a:p>
          <a:p>
            <a:pPr algn="ctr"/>
            <a:r>
              <a:rPr lang="fi-FI" sz="1600" noProof="0" dirty="0"/>
              <a:t>Tietokannan taulut ja sallitut HTTPS pyynnöt </a:t>
            </a:r>
          </a:p>
          <a:p>
            <a:pPr algn="ctr"/>
            <a:endParaRPr lang="fi-FI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55A41-A4AF-911C-3082-40C3FD4D4C96}"/>
              </a:ext>
            </a:extLst>
          </p:cNvPr>
          <p:cNvSpPr txBox="1"/>
          <p:nvPr/>
        </p:nvSpPr>
        <p:spPr>
          <a:xfrm>
            <a:off x="2674627" y="8787997"/>
            <a:ext cx="1508745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fi-FI" noProof="0" dirty="0"/>
              <a:t>User</a:t>
            </a:r>
          </a:p>
          <a:p>
            <a:r>
              <a:rPr lang="fi-FI" noProof="0" dirty="0"/>
              <a:t>GET: </a:t>
            </a:r>
          </a:p>
          <a:p>
            <a:r>
              <a:rPr lang="fi-FI" noProof="0" dirty="0"/>
              <a:t>Kaikki data.</a:t>
            </a:r>
          </a:p>
          <a:p>
            <a:endParaRPr lang="fi-FI" noProof="0" dirty="0"/>
          </a:p>
          <a:p>
            <a:endParaRPr lang="fi-FI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597E1-316F-61AA-B10F-C7D2B6C4FE8D}"/>
              </a:ext>
            </a:extLst>
          </p:cNvPr>
          <p:cNvSpPr txBox="1"/>
          <p:nvPr/>
        </p:nvSpPr>
        <p:spPr>
          <a:xfrm>
            <a:off x="692917" y="8787997"/>
            <a:ext cx="1508745" cy="1477328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fi-FI" noProof="0" dirty="0"/>
              <a:t>User</a:t>
            </a:r>
          </a:p>
          <a:p>
            <a:r>
              <a:rPr lang="fi-FI" noProof="0" dirty="0"/>
              <a:t>GET, POST, PUT, DELETE: </a:t>
            </a:r>
          </a:p>
          <a:p>
            <a:r>
              <a:rPr lang="fi-FI" noProof="0" dirty="0"/>
              <a:t>Vain oma data.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1E70C-9550-DA27-11A0-3EB7151F9515}"/>
              </a:ext>
            </a:extLst>
          </p:cNvPr>
          <p:cNvSpPr txBox="1"/>
          <p:nvPr/>
        </p:nvSpPr>
        <p:spPr>
          <a:xfrm>
            <a:off x="4656337" y="8787101"/>
            <a:ext cx="1508745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i-FI" noProof="0" dirty="0"/>
              <a:t>User</a:t>
            </a:r>
          </a:p>
          <a:p>
            <a:r>
              <a:rPr lang="fi-FI" noProof="0" dirty="0"/>
              <a:t>GET: </a:t>
            </a:r>
          </a:p>
          <a:p>
            <a:r>
              <a:rPr lang="fi-FI" noProof="0" dirty="0"/>
              <a:t>Vain oma data.</a:t>
            </a:r>
          </a:p>
          <a:p>
            <a:endParaRPr lang="fi-FI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68C41C-F360-ED3E-8ED1-B408787608AF}"/>
              </a:ext>
            </a:extLst>
          </p:cNvPr>
          <p:cNvSpPr/>
          <p:nvPr/>
        </p:nvSpPr>
        <p:spPr>
          <a:xfrm>
            <a:off x="2208319" y="1409812"/>
            <a:ext cx="4320515" cy="4520472"/>
          </a:xfrm>
          <a:prstGeom prst="round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noProof="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84D2AB-94B9-EB8E-420E-D01F2D494FE0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429000" y="5930284"/>
            <a:ext cx="193089" cy="2857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AB37138-2F7E-5A6C-1F22-8EC0F49AF00A}"/>
              </a:ext>
            </a:extLst>
          </p:cNvPr>
          <p:cNvSpPr/>
          <p:nvPr/>
        </p:nvSpPr>
        <p:spPr>
          <a:xfrm>
            <a:off x="559292" y="1409812"/>
            <a:ext cx="1597981" cy="6580092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noProof="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9B6A9E-AF3B-C67F-C574-00075F543B31}"/>
              </a:ext>
            </a:extLst>
          </p:cNvPr>
          <p:cNvSpPr/>
          <p:nvPr/>
        </p:nvSpPr>
        <p:spPr>
          <a:xfrm>
            <a:off x="4183372" y="5930284"/>
            <a:ext cx="2174800" cy="2592279"/>
          </a:xfrm>
          <a:prstGeom prst="round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noProof="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00C2931-59C6-36CA-43D6-5B590D6DA890}"/>
              </a:ext>
            </a:extLst>
          </p:cNvPr>
          <p:cNvCxnSpPr>
            <a:stCxn id="14" idx="0"/>
            <a:endCxn id="26" idx="2"/>
          </p:cNvCxnSpPr>
          <p:nvPr/>
        </p:nvCxnSpPr>
        <p:spPr>
          <a:xfrm flipH="1" flipV="1">
            <a:off x="5270772" y="8522563"/>
            <a:ext cx="139938" cy="26453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5EF8FB-3FB0-F5AB-25FC-2B5455D6A151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1376039" y="7989904"/>
            <a:ext cx="71251" cy="79809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4602A66-9450-8EB2-D49F-839B7F335ADD}"/>
              </a:ext>
            </a:extLst>
          </p:cNvPr>
          <p:cNvSpPr txBox="1"/>
          <p:nvPr/>
        </p:nvSpPr>
        <p:spPr>
          <a:xfrm>
            <a:off x="692917" y="10537794"/>
            <a:ext cx="5472165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i-FI" noProof="0" dirty="0" err="1"/>
              <a:t>Admin</a:t>
            </a:r>
            <a:endParaRPr lang="fi-FI" noProof="0" dirty="0"/>
          </a:p>
          <a:p>
            <a:pPr algn="ctr"/>
            <a:r>
              <a:rPr lang="fi-FI" noProof="0" dirty="0"/>
              <a:t>Kaikki HTTPS pyynnöt</a:t>
            </a:r>
          </a:p>
        </p:txBody>
      </p:sp>
    </p:spTree>
    <p:extLst>
      <p:ext uri="{BB962C8B-B14F-4D97-AF65-F5344CB8AC3E}">
        <p14:creationId xmlns:p14="http://schemas.microsoft.com/office/powerpoint/2010/main" val="378276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77477035667744AA3B935E1DA6EE34" ma:contentTypeVersion="6" ma:contentTypeDescription="Create a new document." ma:contentTypeScope="" ma:versionID="d330d7f63065c2c157331d2623614e18">
  <xsd:schema xmlns:xsd="http://www.w3.org/2001/XMLSchema" xmlns:xs="http://www.w3.org/2001/XMLSchema" xmlns:p="http://schemas.microsoft.com/office/2006/metadata/properties" xmlns:ns3="b7bc542e-9775-42eb-a9ce-5ef032be0e00" targetNamespace="http://schemas.microsoft.com/office/2006/metadata/properties" ma:root="true" ma:fieldsID="977380fc2db2e906b68a8dec37ef4e92" ns3:_="">
    <xsd:import namespace="b7bc542e-9775-42eb-a9ce-5ef032be0e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c542e-9775-42eb-a9ce-5ef032be0e0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bc542e-9775-42eb-a9ce-5ef032be0e00" xsi:nil="true"/>
  </documentManagement>
</p:properties>
</file>

<file path=customXml/itemProps1.xml><?xml version="1.0" encoding="utf-8"?>
<ds:datastoreItem xmlns:ds="http://schemas.openxmlformats.org/officeDocument/2006/customXml" ds:itemID="{B7BECCA1-88E9-4699-A0AC-384FDBE6BF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bc542e-9775-42eb-a9ce-5ef032be0e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77A6D6-32B8-45AE-BE85-E1A8ABDC3D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1AE50F-F8E4-417A-B521-62243F9B183A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7bc542e-9775-42eb-a9ce-5ef032be0e00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37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Topi Ahola</dc:creator>
  <cp:lastModifiedBy>Topi Ahola</cp:lastModifiedBy>
  <cp:revision>1</cp:revision>
  <dcterms:created xsi:type="dcterms:W3CDTF">2025-11-10T18:42:48Z</dcterms:created>
  <dcterms:modified xsi:type="dcterms:W3CDTF">2025-11-10T19:16:05Z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0x0101004377477035667744AA3B935E1DA6EE34</vt:lpwstr>
  </property>
</Properties>
</file>